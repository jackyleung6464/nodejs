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15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74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97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8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10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2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278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5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1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443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982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12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7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97139C-4AF1-42B5-9F88-1AE35B8E06EA}" type="datetimeFigureOut">
              <a:rPr lang="en-US" smtClean="0"/>
              <a:t>5/4/2018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C6B161-179E-4F0D-9227-0251BBCE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9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93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/>
              <a:t>ITA Briefing Session</a:t>
            </a:r>
            <a:br>
              <a:rPr lang="en-US" sz="6000" b="1" dirty="0" smtClean="0"/>
            </a:br>
            <a:r>
              <a:rPr lang="en-US" sz="6000" b="1" dirty="0" err="1" smtClean="0"/>
              <a:t>Sem</a:t>
            </a:r>
            <a:r>
              <a:rPr lang="en-US" sz="6000" b="1" dirty="0" smtClean="0"/>
              <a:t> 3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62299"/>
            <a:ext cx="10515600" cy="30146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 smtClean="0"/>
              <a:t>Welcome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740680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386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ITA Briefing Session Sem 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Applications</dc:title>
  <dc:creator>Leung Tom</dc:creator>
  <cp:lastModifiedBy>LEUNG CHUN KIT</cp:lastModifiedBy>
  <cp:revision>34</cp:revision>
  <dcterms:created xsi:type="dcterms:W3CDTF">2017-05-05T01:49:01Z</dcterms:created>
  <dcterms:modified xsi:type="dcterms:W3CDTF">2018-05-04T01:43:02Z</dcterms:modified>
</cp:coreProperties>
</file>